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Roboto Condensed Bold" charset="1" panose="02000000000000000000"/>
      <p:regular r:id="rId11"/>
    </p:embeddedFont>
    <p:embeddedFont>
      <p:font typeface="Roboto Condensed" charset="1" panose="020000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12" Target="../media/image16.png" Type="http://schemas.openxmlformats.org/officeDocument/2006/relationships/image"/><Relationship Id="rId13" Target="../media/image17.png" Type="http://schemas.openxmlformats.org/officeDocument/2006/relationships/image"/><Relationship Id="rId14" Target="../media/image18.png" Type="http://schemas.openxmlformats.org/officeDocument/2006/relationships/image"/><Relationship Id="rId15" Target="../media/image19.png" Type="http://schemas.openxmlformats.org/officeDocument/2006/relationships/image"/><Relationship Id="rId16" Target="../media/image20.png" Type="http://schemas.openxmlformats.org/officeDocument/2006/relationships/image"/><Relationship Id="rId17" Target="../media/image21.png" Type="http://schemas.openxmlformats.org/officeDocument/2006/relationships/image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12" Target="../media/image32.png" Type="http://schemas.openxmlformats.org/officeDocument/2006/relationships/image"/><Relationship Id="rId13" Target="../media/image33.png" Type="http://schemas.openxmlformats.org/officeDocument/2006/relationships/image"/><Relationship Id="rId14" Target="../media/image34.png" Type="http://schemas.openxmlformats.org/officeDocument/2006/relationships/image"/><Relationship Id="rId15" Target="../media/image35.png" Type="http://schemas.openxmlformats.org/officeDocument/2006/relationships/image"/><Relationship Id="rId16" Target="../media/image36.png" Type="http://schemas.openxmlformats.org/officeDocument/2006/relationships/image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Relationship Id="rId8" Target="../media/image43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png" Type="http://schemas.openxmlformats.org/officeDocument/2006/relationships/image"/><Relationship Id="rId12" Target="../media/image56.png" Type="http://schemas.openxmlformats.org/officeDocument/2006/relationships/image"/><Relationship Id="rId13" Target="../media/image57.png" Type="http://schemas.openxmlformats.org/officeDocument/2006/relationships/image"/><Relationship Id="rId14" Target="../media/image58.png" Type="http://schemas.openxmlformats.org/officeDocument/2006/relationships/image"/><Relationship Id="rId15" Target="../media/image59.png" Type="http://schemas.openxmlformats.org/officeDocument/2006/relationships/image"/><Relationship Id="rId16" Target="../media/image60.png" Type="http://schemas.openxmlformats.org/officeDocument/2006/relationships/image"/><Relationship Id="rId17" Target="../media/image61.png" Type="http://schemas.openxmlformats.org/officeDocument/2006/relationships/image"/><Relationship Id="rId18" Target="../media/image62.png" Type="http://schemas.openxmlformats.org/officeDocument/2006/relationships/image"/><Relationship Id="rId19" Target="../media/image63.png" Type="http://schemas.openxmlformats.org/officeDocument/2006/relationships/image"/><Relationship Id="rId2" Target="../media/image46.png" Type="http://schemas.openxmlformats.org/officeDocument/2006/relationships/image"/><Relationship Id="rId20" Target="../media/image64.pn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Relationship Id="rId9" Target="../media/image5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05850" y="857250"/>
            <a:ext cx="9582150" cy="9429750"/>
          </a:xfrm>
          <a:custGeom>
            <a:avLst/>
            <a:gdLst/>
            <a:ahLst/>
            <a:cxnLst/>
            <a:rect r="r" b="b" t="t" l="l"/>
            <a:pathLst>
              <a:path h="9429750" w="9582150">
                <a:moveTo>
                  <a:pt x="0" y="0"/>
                </a:moveTo>
                <a:lnTo>
                  <a:pt x="9582150" y="0"/>
                </a:lnTo>
                <a:lnTo>
                  <a:pt x="9582150" y="9429750"/>
                </a:lnTo>
                <a:lnTo>
                  <a:pt x="0" y="9429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41248" y="1256642"/>
            <a:ext cx="8668512" cy="132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89"/>
              </a:lnSpc>
            </a:pPr>
            <a:r>
              <a:rPr lang="en-US" sz="11163" spc="-223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Terminal-Based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5353050"/>
            <a:ext cx="8286750" cy="219075"/>
          </a:xfrm>
          <a:custGeom>
            <a:avLst/>
            <a:gdLst/>
            <a:ahLst/>
            <a:cxnLst/>
            <a:rect r="r" b="b" t="t" l="l"/>
            <a:pathLst>
              <a:path h="219075" w="8286750">
                <a:moveTo>
                  <a:pt x="0" y="0"/>
                </a:moveTo>
                <a:lnTo>
                  <a:pt x="8286750" y="0"/>
                </a:lnTo>
                <a:lnTo>
                  <a:pt x="828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41248" y="5841872"/>
            <a:ext cx="7973568" cy="1371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93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practical terminal interface for system inspection, user and group management, reports, backups, and everyday Linux administration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1248" y="7799182"/>
            <a:ext cx="1792224" cy="34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195" b="true">
                <a:solidFill>
                  <a:srgbClr val="7EB24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TECHNOLOGIES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1248" y="8167782"/>
            <a:ext cx="1956816" cy="402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4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Bash and Linux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695700" y="7715250"/>
            <a:ext cx="228600" cy="1285875"/>
          </a:xfrm>
          <a:custGeom>
            <a:avLst/>
            <a:gdLst/>
            <a:ahLst/>
            <a:cxnLst/>
            <a:rect r="r" b="b" t="t" l="l"/>
            <a:pathLst>
              <a:path h="1285875" w="228600">
                <a:moveTo>
                  <a:pt x="0" y="0"/>
                </a:moveTo>
                <a:lnTo>
                  <a:pt x="228600" y="0"/>
                </a:lnTo>
                <a:lnTo>
                  <a:pt x="228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114800" y="7776876"/>
            <a:ext cx="2889504" cy="402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49" b="true">
                <a:solidFill>
                  <a:srgbClr val="7EB24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Mohammed Alqerem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14800" y="8167479"/>
            <a:ext cx="4425696" cy="78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sz="251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Computer Science Student learning Linux and Bash scripting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1248" y="9302426"/>
            <a:ext cx="2889504" cy="448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797">
                <a:solidFill>
                  <a:srgbClr val="7EB24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user@hostname:~$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695700" y="9210675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41248" y="2573408"/>
            <a:ext cx="7205472" cy="2691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22"/>
              </a:lnSpc>
            </a:pPr>
            <a:r>
              <a:rPr lang="en-US" sz="11908" spc="-238" b="true">
                <a:solidFill>
                  <a:srgbClr val="7EB24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Linux Admin Dashboard</a:t>
            </a:r>
          </a:p>
        </p:txBody>
      </p:sp>
      <p:sp>
        <p:nvSpPr>
          <p:cNvPr name="TextBox 15" id="15"/>
          <p:cNvSpPr txBox="true"/>
          <p:nvPr/>
        </p:nvSpPr>
        <p:spPr>
          <a:xfrm rot="302400">
            <a:off x="11138708" y="2091294"/>
            <a:ext cx="4681728" cy="448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797" b="true">
                <a:solidFill>
                  <a:srgbClr val="7EB24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username:~$ ./dashboard.sh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19700" y="0"/>
            <a:ext cx="2190750" cy="10287000"/>
          </a:xfrm>
          <a:custGeom>
            <a:avLst/>
            <a:gdLst/>
            <a:ahLst/>
            <a:cxnLst/>
            <a:rect r="r" b="b" t="t" l="l"/>
            <a:pathLst>
              <a:path h="10287000" w="2190750">
                <a:moveTo>
                  <a:pt x="0" y="0"/>
                </a:moveTo>
                <a:lnTo>
                  <a:pt x="2190750" y="0"/>
                </a:lnTo>
                <a:lnTo>
                  <a:pt x="2190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6928" y="1976910"/>
            <a:ext cx="5230368" cy="3773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30"/>
              </a:lnSpc>
            </a:pPr>
            <a:r>
              <a:rPr lang="en-US" sz="10242" spc="-512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What the </a:t>
            </a:r>
            <a:r>
              <a:rPr lang="en-US" sz="10242" spc="-512" b="true">
                <a:solidFill>
                  <a:srgbClr val="8FC26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Dashboard</a:t>
            </a:r>
            <a:r>
              <a:rPr lang="en-US" sz="10242" spc="-512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Provides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6928" y="5991218"/>
            <a:ext cx="4224528" cy="156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3"/>
              </a:lnSpc>
            </a:pPr>
            <a:r>
              <a:rPr lang="en-US" sz="3542" spc="-70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Bringing essential Linux administration tasks into one terminal application.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400925" y="857250"/>
            <a:ext cx="3486150" cy="3648075"/>
          </a:xfrm>
          <a:custGeom>
            <a:avLst/>
            <a:gdLst/>
            <a:ahLst/>
            <a:cxnLst/>
            <a:rect r="r" b="b" t="t" l="l"/>
            <a:pathLst>
              <a:path h="3648075" w="3486150">
                <a:moveTo>
                  <a:pt x="0" y="0"/>
                </a:moveTo>
                <a:lnTo>
                  <a:pt x="3486150" y="0"/>
                </a:lnTo>
                <a:lnTo>
                  <a:pt x="348615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827264" y="1198212"/>
            <a:ext cx="2194560" cy="89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2"/>
              </a:lnSpc>
            </a:pPr>
            <a:r>
              <a:rPr lang="en-US" b="true" sz="3010" spc="-60">
                <a:solidFill>
                  <a:srgbClr val="8FC26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SYSTEM INFORMATION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620000" y="2143125"/>
            <a:ext cx="2619375" cy="219075"/>
          </a:xfrm>
          <a:custGeom>
            <a:avLst/>
            <a:gdLst/>
            <a:ahLst/>
            <a:cxnLst/>
            <a:rect r="r" b="b" t="t" l="l"/>
            <a:pathLst>
              <a:path h="219075" w="2619375">
                <a:moveTo>
                  <a:pt x="0" y="0"/>
                </a:moveTo>
                <a:lnTo>
                  <a:pt x="2619375" y="0"/>
                </a:lnTo>
                <a:lnTo>
                  <a:pt x="2619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918704" y="2453950"/>
            <a:ext cx="2706624" cy="1606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478" spc="-49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View current user, hostname, working directory, date and time, and disk usage.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877550" y="857250"/>
            <a:ext cx="3495675" cy="3648075"/>
          </a:xfrm>
          <a:custGeom>
            <a:avLst/>
            <a:gdLst/>
            <a:ahLst/>
            <a:cxnLst/>
            <a:rect r="r" b="b" t="t" l="l"/>
            <a:pathLst>
              <a:path h="3648075" w="3495675">
                <a:moveTo>
                  <a:pt x="0" y="0"/>
                </a:moveTo>
                <a:lnTo>
                  <a:pt x="3495675" y="0"/>
                </a:lnTo>
                <a:lnTo>
                  <a:pt x="349567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228832" y="1198099"/>
            <a:ext cx="1389888" cy="89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b="true" sz="3045" spc="-60">
                <a:solidFill>
                  <a:srgbClr val="8FC26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USERS &amp; GROUPS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096625" y="2143125"/>
            <a:ext cx="2409825" cy="219075"/>
          </a:xfrm>
          <a:custGeom>
            <a:avLst/>
            <a:gdLst/>
            <a:ahLst/>
            <a:cxnLst/>
            <a:rect r="r" b="b" t="t" l="l"/>
            <a:pathLst>
              <a:path h="219075" w="240982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338560" y="2453725"/>
            <a:ext cx="2103120" cy="160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6"/>
              </a:lnSpc>
            </a:pPr>
            <a:r>
              <a:rPr lang="en-US" sz="2443" spc="-48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Display all users, display all groups, and search for a specific user.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144625" y="857250"/>
            <a:ext cx="3495675" cy="3648075"/>
          </a:xfrm>
          <a:custGeom>
            <a:avLst/>
            <a:gdLst/>
            <a:ahLst/>
            <a:cxnLst/>
            <a:rect r="r" b="b" t="t" l="l"/>
            <a:pathLst>
              <a:path h="3648075" w="3495675">
                <a:moveTo>
                  <a:pt x="0" y="0"/>
                </a:moveTo>
                <a:lnTo>
                  <a:pt x="3495675" y="0"/>
                </a:lnTo>
                <a:lnTo>
                  <a:pt x="349567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612112" y="1566335"/>
            <a:ext cx="1444752" cy="45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b="true" sz="3045" spc="-60">
                <a:solidFill>
                  <a:srgbClr val="8FC26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REPORTS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363700" y="2143125"/>
            <a:ext cx="2619375" cy="219075"/>
          </a:xfrm>
          <a:custGeom>
            <a:avLst/>
            <a:gdLst/>
            <a:ahLst/>
            <a:cxnLst/>
            <a:rect r="r" b="b" t="t" l="l"/>
            <a:pathLst>
              <a:path h="219075" w="2619375">
                <a:moveTo>
                  <a:pt x="0" y="0"/>
                </a:moveTo>
                <a:lnTo>
                  <a:pt x="2619375" y="0"/>
                </a:lnTo>
                <a:lnTo>
                  <a:pt x="2619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703552" y="2472550"/>
            <a:ext cx="1975104" cy="15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407" spc="-48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Store generated system reports inside the reports directory.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400925" y="4495800"/>
            <a:ext cx="3486150" cy="4076700"/>
          </a:xfrm>
          <a:custGeom>
            <a:avLst/>
            <a:gdLst/>
            <a:ahLst/>
            <a:cxnLst/>
            <a:rect r="r" b="b" t="t" l="l"/>
            <a:pathLst>
              <a:path h="4076700" w="3486150">
                <a:moveTo>
                  <a:pt x="0" y="0"/>
                </a:moveTo>
                <a:lnTo>
                  <a:pt x="3486150" y="0"/>
                </a:lnTo>
                <a:lnTo>
                  <a:pt x="348615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827264" y="5305928"/>
            <a:ext cx="1499616" cy="467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3"/>
              </a:lnSpc>
            </a:pPr>
            <a:r>
              <a:rPr lang="en-US" b="true" sz="3081" spc="-61">
                <a:solidFill>
                  <a:srgbClr val="8FC26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BACKUPS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620000" y="5781675"/>
            <a:ext cx="2619375" cy="219075"/>
          </a:xfrm>
          <a:custGeom>
            <a:avLst/>
            <a:gdLst/>
            <a:ahLst/>
            <a:cxnLst/>
            <a:rect r="r" b="b" t="t" l="l"/>
            <a:pathLst>
              <a:path h="219075" w="2619375">
                <a:moveTo>
                  <a:pt x="0" y="0"/>
                </a:moveTo>
                <a:lnTo>
                  <a:pt x="2619375" y="0"/>
                </a:lnTo>
                <a:lnTo>
                  <a:pt x="2619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918704" y="6216827"/>
            <a:ext cx="2176272" cy="11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407" spc="-48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Store backup files inside the backups directory.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0877550" y="4495800"/>
            <a:ext cx="3495675" cy="4076700"/>
          </a:xfrm>
          <a:custGeom>
            <a:avLst/>
            <a:gdLst/>
            <a:ahLst/>
            <a:cxnLst/>
            <a:rect r="r" b="b" t="t" l="l"/>
            <a:pathLst>
              <a:path h="4076700" w="3495675">
                <a:moveTo>
                  <a:pt x="0" y="0"/>
                </a:moveTo>
                <a:lnTo>
                  <a:pt x="3495675" y="0"/>
                </a:lnTo>
                <a:lnTo>
                  <a:pt x="349567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228832" y="4932280"/>
            <a:ext cx="2103120" cy="89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b="true" sz="3045" spc="-60">
                <a:solidFill>
                  <a:srgbClr val="8FC26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INTERACTIVE MENU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1096625" y="5781675"/>
            <a:ext cx="2409825" cy="219075"/>
          </a:xfrm>
          <a:custGeom>
            <a:avLst/>
            <a:gdLst/>
            <a:ahLst/>
            <a:cxnLst/>
            <a:rect r="r" b="b" t="t" l="l"/>
            <a:pathLst>
              <a:path h="219075" w="240982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228832" y="6273458"/>
            <a:ext cx="2578608" cy="185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5"/>
              </a:lnSpc>
            </a:pPr>
            <a:r>
              <a:rPr lang="en-US" sz="2266" spc="-45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Simple terminal navigation, user-friendly numbered options, and pause functionality between operations.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4144625" y="4495800"/>
            <a:ext cx="3495675" cy="4076700"/>
          </a:xfrm>
          <a:custGeom>
            <a:avLst/>
            <a:gdLst/>
            <a:ahLst/>
            <a:cxnLst/>
            <a:rect r="r" b="b" t="t" l="l"/>
            <a:pathLst>
              <a:path h="4076700" w="3495675">
                <a:moveTo>
                  <a:pt x="0" y="0"/>
                </a:moveTo>
                <a:lnTo>
                  <a:pt x="3495675" y="0"/>
                </a:lnTo>
                <a:lnTo>
                  <a:pt x="349567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4612112" y="4932393"/>
            <a:ext cx="2706624" cy="89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2"/>
              </a:lnSpc>
            </a:pPr>
            <a:r>
              <a:rPr lang="en-US" b="true" sz="3010" spc="-60">
                <a:solidFill>
                  <a:srgbClr val="8FC26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CLEAN TERMINAL INTERFACE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4363700" y="5781675"/>
            <a:ext cx="2619375" cy="219075"/>
          </a:xfrm>
          <a:custGeom>
            <a:avLst/>
            <a:gdLst/>
            <a:ahLst/>
            <a:cxnLst/>
            <a:rect r="r" b="b" t="t" l="l"/>
            <a:pathLst>
              <a:path h="219075" w="2619375">
                <a:moveTo>
                  <a:pt x="0" y="0"/>
                </a:moveTo>
                <a:lnTo>
                  <a:pt x="2619375" y="0"/>
                </a:lnTo>
                <a:lnTo>
                  <a:pt x="2619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4703552" y="6254252"/>
            <a:ext cx="2432304" cy="111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301" spc="-46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Uses clear to keep the dashboard organized and readable.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7400925" y="8572500"/>
            <a:ext cx="10239375" cy="1076325"/>
          </a:xfrm>
          <a:custGeom>
            <a:avLst/>
            <a:gdLst/>
            <a:ahLst/>
            <a:cxnLst/>
            <a:rect r="r" b="b" t="t" l="l"/>
            <a:pathLst>
              <a:path h="1076325" w="10239375">
                <a:moveTo>
                  <a:pt x="0" y="0"/>
                </a:moveTo>
                <a:lnTo>
                  <a:pt x="10239375" y="0"/>
                </a:lnTo>
                <a:lnTo>
                  <a:pt x="10239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7845552" y="8961485"/>
            <a:ext cx="2706624" cy="38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2"/>
              </a:lnSpc>
            </a:pPr>
            <a:r>
              <a:rPr lang="en-US" sz="2585" spc="-51">
                <a:solidFill>
                  <a:srgbClr val="8FC26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user@hostname : ~$ 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0448925" y="8782050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4944" y="561426"/>
            <a:ext cx="7534656" cy="199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8398" spc="-335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Project Structure and </a:t>
            </a:r>
            <a:r>
              <a:rPr lang="en-US" sz="8398" spc="-335" b="true">
                <a:solidFill>
                  <a:srgbClr val="96C46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Getting Started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2571750"/>
            <a:ext cx="6105525" cy="7286625"/>
          </a:xfrm>
          <a:custGeom>
            <a:avLst/>
            <a:gdLst/>
            <a:ahLst/>
            <a:cxnLst/>
            <a:rect r="r" b="b" t="t" l="l"/>
            <a:pathLst>
              <a:path h="7286625" w="6105525">
                <a:moveTo>
                  <a:pt x="0" y="0"/>
                </a:moveTo>
                <a:lnTo>
                  <a:pt x="6105525" y="0"/>
                </a:lnTo>
                <a:lnTo>
                  <a:pt x="6105525" y="7286625"/>
                </a:lnTo>
                <a:lnTo>
                  <a:pt x="0" y="7286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87552" y="2955454"/>
            <a:ext cx="1572768" cy="25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7"/>
              </a:lnSpc>
            </a:pPr>
            <a:r>
              <a:rPr lang="en-US" sz="1947" b="true">
                <a:solidFill>
                  <a:srgbClr val="96C46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PROJECT FILES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6775" y="3209925"/>
            <a:ext cx="657225" cy="1933575"/>
          </a:xfrm>
          <a:custGeom>
            <a:avLst/>
            <a:gdLst/>
            <a:ahLst/>
            <a:cxnLst/>
            <a:rect r="r" b="b" t="t" l="l"/>
            <a:pathLst>
              <a:path h="1933575" w="657225">
                <a:moveTo>
                  <a:pt x="0" y="0"/>
                </a:moveTo>
                <a:lnTo>
                  <a:pt x="657225" y="0"/>
                </a:lnTo>
                <a:lnTo>
                  <a:pt x="6572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19072" y="3340345"/>
            <a:ext cx="2670048" cy="1851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Linux-admin-dashboard/ </a:t>
            </a:r>
          </a:p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dashboard.sh </a:t>
            </a:r>
          </a:p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reports/ </a:t>
            </a:r>
          </a:p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backups/ </a:t>
            </a:r>
          </a:p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README.md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66775" y="5353050"/>
            <a:ext cx="5448300" cy="219075"/>
          </a:xfrm>
          <a:custGeom>
            <a:avLst/>
            <a:gdLst/>
            <a:ahLst/>
            <a:cxnLst/>
            <a:rect r="r" b="b" t="t" l="l"/>
            <a:pathLst>
              <a:path h="219075" w="5448300">
                <a:moveTo>
                  <a:pt x="0" y="0"/>
                </a:moveTo>
                <a:lnTo>
                  <a:pt x="5448300" y="0"/>
                </a:lnTo>
                <a:lnTo>
                  <a:pt x="5448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87552" y="5636187"/>
            <a:ext cx="1700784" cy="246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0"/>
              </a:lnSpc>
            </a:pPr>
            <a:r>
              <a:rPr lang="en-US" sz="1840" b="true">
                <a:solidFill>
                  <a:srgbClr val="96C46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SETUP ON START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7552" y="5925916"/>
            <a:ext cx="1700784" cy="702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98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mkidr -p reports </a:t>
            </a:r>
          </a:p>
          <a:p>
            <a:pPr algn="l">
              <a:lnSpc>
                <a:spcPts val="2775"/>
              </a:lnSpc>
            </a:pPr>
            <a:r>
              <a:rPr lang="en-US" sz="198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mkidr -p backups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66775" y="6638925"/>
            <a:ext cx="5448300" cy="219075"/>
          </a:xfrm>
          <a:custGeom>
            <a:avLst/>
            <a:gdLst/>
            <a:ahLst/>
            <a:cxnLst/>
            <a:rect r="r" b="b" t="t" l="l"/>
            <a:pathLst>
              <a:path h="219075" w="5448300">
                <a:moveTo>
                  <a:pt x="0" y="0"/>
                </a:moveTo>
                <a:lnTo>
                  <a:pt x="5448300" y="0"/>
                </a:lnTo>
                <a:lnTo>
                  <a:pt x="5448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87552" y="7081753"/>
            <a:ext cx="1572768" cy="26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911" b="true">
                <a:solidFill>
                  <a:srgbClr val="96C46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REQUIREMENTS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7552" y="7405910"/>
            <a:ext cx="3218688" cy="1054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98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Linux-based operating system </a:t>
            </a:r>
          </a:p>
          <a:p>
            <a:pPr algn="l">
              <a:lnSpc>
                <a:spcPts val="2775"/>
              </a:lnSpc>
            </a:pPr>
            <a:r>
              <a:rPr lang="en-US" sz="198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Bash shell </a:t>
            </a:r>
          </a:p>
          <a:p>
            <a:pPr algn="l">
              <a:lnSpc>
                <a:spcPts val="2775"/>
              </a:lnSpc>
            </a:pPr>
            <a:r>
              <a:rPr lang="en-US" sz="198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Terminal access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66775" y="8572500"/>
            <a:ext cx="5448300" cy="219075"/>
          </a:xfrm>
          <a:custGeom>
            <a:avLst/>
            <a:gdLst/>
            <a:ahLst/>
            <a:cxnLst/>
            <a:rect r="r" b="b" t="t" l="l"/>
            <a:pathLst>
              <a:path h="219075" w="5448300">
                <a:moveTo>
                  <a:pt x="0" y="0"/>
                </a:moveTo>
                <a:lnTo>
                  <a:pt x="5448300" y="0"/>
                </a:lnTo>
                <a:lnTo>
                  <a:pt x="5448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87552" y="8933102"/>
            <a:ext cx="2194560" cy="25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6"/>
              </a:lnSpc>
            </a:pPr>
            <a:r>
              <a:rPr lang="en-US" sz="1876" b="true">
                <a:solidFill>
                  <a:srgbClr val="96C46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COMMON COMMANDS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7552" y="9227714"/>
            <a:ext cx="3712464" cy="33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6"/>
              </a:lnSpc>
            </a:pPr>
            <a:r>
              <a:rPr lang="en-US" sz="191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whoami, hostname, pwd, date, df, grep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743700" y="2571750"/>
            <a:ext cx="10896600" cy="7286625"/>
          </a:xfrm>
          <a:custGeom>
            <a:avLst/>
            <a:gdLst/>
            <a:ahLst/>
            <a:cxnLst/>
            <a:rect r="r" b="b" t="t" l="l"/>
            <a:pathLst>
              <a:path h="7286625" w="10896600">
                <a:moveTo>
                  <a:pt x="0" y="0"/>
                </a:moveTo>
                <a:lnTo>
                  <a:pt x="10896600" y="0"/>
                </a:lnTo>
                <a:lnTo>
                  <a:pt x="10896600" y="7286625"/>
                </a:lnTo>
                <a:lnTo>
                  <a:pt x="0" y="7286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743700" y="2571750"/>
            <a:ext cx="10896600" cy="857250"/>
          </a:xfrm>
          <a:custGeom>
            <a:avLst/>
            <a:gdLst/>
            <a:ahLst/>
            <a:cxnLst/>
            <a:rect r="r" b="b" t="t" l="l"/>
            <a:pathLst>
              <a:path h="857250" w="10896600">
                <a:moveTo>
                  <a:pt x="0" y="0"/>
                </a:moveTo>
                <a:lnTo>
                  <a:pt x="10896600" y="0"/>
                </a:lnTo>
                <a:lnTo>
                  <a:pt x="10896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205472" y="2899118"/>
            <a:ext cx="2103120" cy="27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2017" b="true">
                <a:solidFill>
                  <a:srgbClr val="96C46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GETTING STARTED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6325850" y="2781300"/>
            <a:ext cx="1095375" cy="438150"/>
          </a:xfrm>
          <a:custGeom>
            <a:avLst/>
            <a:gdLst/>
            <a:ahLst/>
            <a:cxnLst/>
            <a:rect r="r" b="b" t="t" l="l"/>
            <a:pathLst>
              <a:path h="438150" w="1095375">
                <a:moveTo>
                  <a:pt x="0" y="0"/>
                </a:moveTo>
                <a:lnTo>
                  <a:pt x="1095375" y="0"/>
                </a:lnTo>
                <a:lnTo>
                  <a:pt x="10953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205472" y="3626649"/>
            <a:ext cx="7095744" cy="41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 b="true">
                <a:solidFill>
                  <a:srgbClr val="96C46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user@hostname:~$ </a:t>
            </a:r>
            <a:r>
              <a:rPr lang="en-US" sz="240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git clone &lt;your-repository-url&gt;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144000" y="4067175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205472" y="4727358"/>
            <a:ext cx="6089904" cy="41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 b="true">
                <a:solidFill>
                  <a:srgbClr val="96C46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user@hostname:~$ </a:t>
            </a:r>
            <a:r>
              <a:rPr lang="en-US" sz="240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cd linux-admin-dashboard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144000" y="5143500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7205472" y="5828067"/>
            <a:ext cx="5650992" cy="41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 b="true">
                <a:solidFill>
                  <a:srgbClr val="96C46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user@hostname:~$ </a:t>
            </a:r>
            <a:r>
              <a:rPr lang="en-US" sz="240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chmod +x dashboard.sh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9144000" y="6429375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7205472" y="6990498"/>
            <a:ext cx="4736592" cy="41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 b="true">
                <a:solidFill>
                  <a:srgbClr val="96C46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user@hostname:~$ </a:t>
            </a:r>
            <a:r>
              <a:rPr lang="en-US" sz="240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./dashboard.sh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6962775" y="7715250"/>
            <a:ext cx="4362450" cy="219075"/>
          </a:xfrm>
          <a:custGeom>
            <a:avLst/>
            <a:gdLst/>
            <a:ahLst/>
            <a:cxnLst/>
            <a:rect r="r" b="b" t="t" l="l"/>
            <a:pathLst>
              <a:path h="219075" w="4362450">
                <a:moveTo>
                  <a:pt x="0" y="0"/>
                </a:moveTo>
                <a:lnTo>
                  <a:pt x="4362450" y="0"/>
                </a:lnTo>
                <a:lnTo>
                  <a:pt x="4362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1905488" y="7636259"/>
            <a:ext cx="256032" cy="31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 b="true">
                <a:solidFill>
                  <a:srgbClr val="96C46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or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2192000" y="7715250"/>
            <a:ext cx="3486150" cy="219075"/>
          </a:xfrm>
          <a:custGeom>
            <a:avLst/>
            <a:gdLst/>
            <a:ahLst/>
            <a:cxnLst/>
            <a:rect r="r" b="b" t="t" l="l"/>
            <a:pathLst>
              <a:path h="219075" w="3486150">
                <a:moveTo>
                  <a:pt x="0" y="0"/>
                </a:moveTo>
                <a:lnTo>
                  <a:pt x="3486150" y="0"/>
                </a:lnTo>
                <a:lnTo>
                  <a:pt x="3486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7205472" y="8163216"/>
            <a:ext cx="5084064" cy="41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 b="true">
                <a:solidFill>
                  <a:srgbClr val="96C46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user@hostname:~$ </a:t>
            </a:r>
            <a:r>
              <a:rPr lang="en-US" sz="240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bash dashboard.sh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6962775" y="900112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3776" y="2705909"/>
            <a:ext cx="6675120" cy="418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975" spc="-8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From menu selection to function execution.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8625" y="3429000"/>
            <a:ext cx="4800600" cy="4505325"/>
          </a:xfrm>
          <a:custGeom>
            <a:avLst/>
            <a:gdLst/>
            <a:ahLst/>
            <a:cxnLst/>
            <a:rect r="r" b="b" t="t" l="l"/>
            <a:pathLst>
              <a:path h="4505325" w="4800600">
                <a:moveTo>
                  <a:pt x="0" y="0"/>
                </a:moveTo>
                <a:lnTo>
                  <a:pt x="4800600" y="0"/>
                </a:lnTo>
                <a:lnTo>
                  <a:pt x="4800600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1248" y="3917748"/>
            <a:ext cx="2560320" cy="34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8"/>
              </a:lnSpc>
            </a:pPr>
            <a:r>
              <a:rPr lang="en-US" sz="2407" spc="-72">
                <a:solidFill>
                  <a:srgbClr val="7EB25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Choose an option: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1248" y="4529149"/>
            <a:ext cx="3310128" cy="236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443" spc="-73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1. System Information</a:t>
            </a:r>
          </a:p>
          <a:p>
            <a:pPr algn="l">
              <a:lnSpc>
                <a:spcPts val="3787"/>
              </a:lnSpc>
            </a:pPr>
            <a:r>
              <a:rPr lang="en-US" sz="2443" spc="-73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2. Users and Groups</a:t>
            </a:r>
          </a:p>
          <a:p>
            <a:pPr algn="l">
              <a:lnSpc>
                <a:spcPts val="3787"/>
              </a:lnSpc>
            </a:pPr>
            <a:r>
              <a:rPr lang="en-US" sz="2443" spc="-73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3. Reports</a:t>
            </a:r>
          </a:p>
          <a:p>
            <a:pPr algn="l">
              <a:lnSpc>
                <a:spcPts val="3787"/>
              </a:lnSpc>
            </a:pPr>
            <a:r>
              <a:rPr lang="en-US" sz="2443" spc="-73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4. Backups</a:t>
            </a:r>
          </a:p>
          <a:p>
            <a:pPr algn="l">
              <a:lnSpc>
                <a:spcPts val="3787"/>
              </a:lnSpc>
            </a:pPr>
            <a:r>
              <a:rPr lang="en-US" sz="2443" spc="-73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5. Exit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1248" y="7189014"/>
            <a:ext cx="2560320" cy="34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8"/>
              </a:lnSpc>
            </a:pPr>
            <a:r>
              <a:rPr lang="en-US" sz="2407" spc="-72">
                <a:solidFill>
                  <a:srgbClr val="7EB25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Choose an option: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476625" y="7067550"/>
            <a:ext cx="228600" cy="438150"/>
          </a:xfrm>
          <a:custGeom>
            <a:avLst/>
            <a:gdLst/>
            <a:ahLst/>
            <a:cxnLst/>
            <a:rect r="r" b="b" t="t" l="l"/>
            <a:pathLst>
              <a:path h="438150" w="228600">
                <a:moveTo>
                  <a:pt x="0" y="0"/>
                </a:moveTo>
                <a:lnTo>
                  <a:pt x="228600" y="0"/>
                </a:lnTo>
                <a:lnTo>
                  <a:pt x="228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96000" y="3429000"/>
            <a:ext cx="6534150" cy="4286250"/>
          </a:xfrm>
          <a:custGeom>
            <a:avLst/>
            <a:gdLst/>
            <a:ahLst/>
            <a:cxnLst/>
            <a:rect r="r" b="b" t="t" l="l"/>
            <a:pathLst>
              <a:path h="4286250" w="6534150">
                <a:moveTo>
                  <a:pt x="0" y="0"/>
                </a:moveTo>
                <a:lnTo>
                  <a:pt x="6534150" y="0"/>
                </a:lnTo>
                <a:lnTo>
                  <a:pt x="6534150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473952" y="3918631"/>
            <a:ext cx="3968496" cy="30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2195" spc="-65">
                <a:solidFill>
                  <a:srgbClr val="7EB25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user@hostname:-$ system_info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73952" y="6922435"/>
            <a:ext cx="3712464" cy="30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2195" spc="-65">
                <a:solidFill>
                  <a:srgbClr val="7EB25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Press Enter to continue...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219700" y="492442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620625" y="49244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277850" y="2143125"/>
            <a:ext cx="4581525" cy="6219825"/>
          </a:xfrm>
          <a:custGeom>
            <a:avLst/>
            <a:gdLst/>
            <a:ahLst/>
            <a:cxnLst/>
            <a:rect r="r" b="b" t="t" l="l"/>
            <a:pathLst>
              <a:path h="6219825" w="4581525">
                <a:moveTo>
                  <a:pt x="0" y="0"/>
                </a:moveTo>
                <a:lnTo>
                  <a:pt x="4581525" y="0"/>
                </a:lnTo>
                <a:lnTo>
                  <a:pt x="4581525" y="6219825"/>
                </a:lnTo>
                <a:lnTo>
                  <a:pt x="0" y="62198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716000" y="2684191"/>
            <a:ext cx="1847088" cy="30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2195" spc="-65">
                <a:solidFill>
                  <a:srgbClr val="7EB25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system_info()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16000" y="2999108"/>
            <a:ext cx="3182112" cy="63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spc="-5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Shows user, host, directory, date, time, and disk usage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16000" y="3856909"/>
            <a:ext cx="1737360" cy="30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2195" spc="-65">
                <a:solidFill>
                  <a:srgbClr val="7EB25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users_info()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16000" y="4171826"/>
            <a:ext cx="3182112" cy="63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spc="-5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Lists users, lists groups, searches for a user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16000" y="5070775"/>
            <a:ext cx="1280160" cy="30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2195" spc="-65">
                <a:solidFill>
                  <a:srgbClr val="7EB25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reports()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16000" y="5385692"/>
            <a:ext cx="2999232" cy="63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spc="-5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Opens reports directory with generated reports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16000" y="6243493"/>
            <a:ext cx="1847088" cy="30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2195" spc="-65">
                <a:solidFill>
                  <a:srgbClr val="7EB25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backsups()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716000" y="6558410"/>
            <a:ext cx="2816352" cy="63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spc="-5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Stores backup files in the backups directory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16000" y="7739129"/>
            <a:ext cx="3182112" cy="31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spc="-5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Waits for Enter to continue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8640" y="8797777"/>
            <a:ext cx="1682496" cy="119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6"/>
              </a:lnSpc>
            </a:pPr>
            <a:r>
              <a:rPr lang="en-US" b="true" sz="2833" spc="-84">
                <a:solidFill>
                  <a:srgbClr val="7EB25E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BASH CONCEPTS IN ACTION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2828925" y="8572500"/>
            <a:ext cx="219075" cy="1504950"/>
          </a:xfrm>
          <a:custGeom>
            <a:avLst/>
            <a:gdLst/>
            <a:ahLst/>
            <a:cxnLst/>
            <a:rect r="r" b="b" t="t" l="l"/>
            <a:pathLst>
              <a:path h="1504950" w="219075">
                <a:moveTo>
                  <a:pt x="0" y="0"/>
                </a:moveTo>
                <a:lnTo>
                  <a:pt x="219075" y="0"/>
                </a:lnTo>
                <a:lnTo>
                  <a:pt x="219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346704" y="8663296"/>
            <a:ext cx="1481328" cy="1307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514" spc="-7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Variables</a:t>
            </a:r>
          </a:p>
          <a:p>
            <a:pPr algn="l">
              <a:lnSpc>
                <a:spcPts val="3519"/>
              </a:lnSpc>
            </a:pPr>
            <a:r>
              <a:rPr lang="en-US" sz="2514" spc="-7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Functions</a:t>
            </a:r>
          </a:p>
          <a:p>
            <a:pPr algn="l">
              <a:lnSpc>
                <a:spcPts val="3519"/>
              </a:lnSpc>
            </a:pPr>
            <a:r>
              <a:rPr lang="en-US" sz="2514" spc="-7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While loops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596128" y="8663296"/>
            <a:ext cx="2139696" cy="1307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514" spc="-7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If statements</a:t>
            </a:r>
          </a:p>
          <a:p>
            <a:pPr algn="l">
              <a:lnSpc>
                <a:spcPts val="3519"/>
              </a:lnSpc>
            </a:pPr>
            <a:r>
              <a:rPr lang="en-US" sz="2514" spc="-7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Case statements</a:t>
            </a:r>
          </a:p>
          <a:p>
            <a:pPr algn="l">
              <a:lnSpc>
                <a:spcPts val="3519"/>
              </a:lnSpc>
            </a:pPr>
            <a:r>
              <a:rPr lang="en-US" sz="2514" spc="-7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Read input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430768" y="8663296"/>
            <a:ext cx="3968496" cy="1307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514" spc="-7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Exit status using $?</a:t>
            </a:r>
          </a:p>
          <a:p>
            <a:pPr algn="l">
              <a:lnSpc>
                <a:spcPts val="3519"/>
              </a:lnSpc>
            </a:pPr>
            <a:r>
              <a:rPr lang="en-US" sz="2514" spc="-7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File and directory management</a:t>
            </a:r>
          </a:p>
          <a:p>
            <a:pPr algn="l">
              <a:lnSpc>
                <a:spcPts val="3519"/>
              </a:lnSpc>
            </a:pPr>
            <a:r>
              <a:rPr lang="en-US" sz="2514" spc="-7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Linux users and groups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2839700" y="8572500"/>
            <a:ext cx="228600" cy="1504950"/>
          </a:xfrm>
          <a:custGeom>
            <a:avLst/>
            <a:gdLst/>
            <a:ahLst/>
            <a:cxnLst/>
            <a:rect r="r" b="b" t="t" l="l"/>
            <a:pathLst>
              <a:path h="1504950" w="22860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514832" y="8729976"/>
            <a:ext cx="3054096" cy="376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b="true" sz="2620" spc="-78">
                <a:solidFill>
                  <a:srgbClr val="7EB25E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COMMANDS YOU SEE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14832" y="9129535"/>
            <a:ext cx="3310128" cy="82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45"/>
              </a:lnSpc>
            </a:pPr>
            <a:r>
              <a:rPr lang="en-US" sz="2230" spc="-66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whoami hostname pwd date df grep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93776" y="560876"/>
            <a:ext cx="9948672" cy="198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2"/>
              </a:lnSpc>
            </a:pPr>
            <a:r>
              <a:rPr lang="en-US" sz="7335" spc="-220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Inside the </a:t>
            </a:r>
          </a:p>
          <a:p>
            <a:pPr algn="l">
              <a:lnSpc>
                <a:spcPts val="7702"/>
              </a:lnSpc>
            </a:pPr>
            <a:r>
              <a:rPr lang="en-US" sz="7335" spc="-220" b="true">
                <a:solidFill>
                  <a:srgbClr val="7EB25E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Interactive Bash Workflow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16000" y="7426498"/>
            <a:ext cx="1005840" cy="30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2195" spc="-65">
                <a:solidFill>
                  <a:srgbClr val="7EB25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pause()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473952" y="4402120"/>
            <a:ext cx="932688" cy="30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2195" spc="-6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whoami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473952" y="4885609"/>
            <a:ext cx="1133856" cy="30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2195" spc="-6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hostname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473952" y="5369098"/>
            <a:ext cx="475488" cy="30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2195" spc="-6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pwd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473952" y="5852587"/>
            <a:ext cx="548640" cy="30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2195" spc="-6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473952" y="6336076"/>
            <a:ext cx="786384" cy="30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2195" spc="-6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df -h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863840" y="4402120"/>
            <a:ext cx="603504" cy="30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2195" spc="-6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863840" y="4885609"/>
            <a:ext cx="1133856" cy="30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2195" spc="-6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hostname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863840" y="5369098"/>
            <a:ext cx="1481328" cy="30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2195" spc="-6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/home/user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863840" y="5852587"/>
            <a:ext cx="3511296" cy="30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2195" spc="-65">
                <a:solidFill>
                  <a:srgbClr val="7EB25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Mon May 19 10:15:45 2025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863840" y="6336076"/>
            <a:ext cx="4279392" cy="30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2195" spc="-6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/dev/sdai 50G 20G 27G 43%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5216" y="572487"/>
            <a:ext cx="8961120" cy="1269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2"/>
              </a:lnSpc>
            </a:pPr>
            <a:r>
              <a:rPr lang="en-US" sz="9462" spc="-378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Purpose. Outcomes.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5216" y="1755337"/>
            <a:ext cx="6547104" cy="134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29"/>
              </a:lnSpc>
            </a:pPr>
            <a:r>
              <a:rPr lang="en-US" sz="10029" spc="-401" b="true">
                <a:solidFill>
                  <a:srgbClr val="70B1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What’s Next.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753850" y="638175"/>
            <a:ext cx="438150" cy="2362200"/>
          </a:xfrm>
          <a:custGeom>
            <a:avLst/>
            <a:gdLst/>
            <a:ahLst/>
            <a:cxnLst/>
            <a:rect r="r" b="b" t="t" l="l"/>
            <a:pathLst>
              <a:path h="2362200" w="438150">
                <a:moveTo>
                  <a:pt x="0" y="0"/>
                </a:moveTo>
                <a:lnTo>
                  <a:pt x="438150" y="0"/>
                </a:lnTo>
                <a:lnTo>
                  <a:pt x="4381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8625" y="3638550"/>
            <a:ext cx="1095375" cy="438150"/>
          </a:xfrm>
          <a:custGeom>
            <a:avLst/>
            <a:gdLst/>
            <a:ahLst/>
            <a:cxnLst/>
            <a:rect r="r" b="b" t="t" l="l"/>
            <a:pathLst>
              <a:path h="438150" w="1095375">
                <a:moveTo>
                  <a:pt x="0" y="0"/>
                </a:moveTo>
                <a:lnTo>
                  <a:pt x="1095375" y="0"/>
                </a:lnTo>
                <a:lnTo>
                  <a:pt x="10953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4925" y="3429000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82496" y="3659908"/>
            <a:ext cx="384048" cy="44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b="true" sz="3223" spc="-128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01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171700" y="3638550"/>
            <a:ext cx="2838450" cy="438150"/>
          </a:xfrm>
          <a:custGeom>
            <a:avLst/>
            <a:gdLst/>
            <a:ahLst/>
            <a:cxnLst/>
            <a:rect r="r" b="b" t="t" l="l"/>
            <a:pathLst>
              <a:path h="438150" w="2838450">
                <a:moveTo>
                  <a:pt x="0" y="0"/>
                </a:moveTo>
                <a:lnTo>
                  <a:pt x="2838450" y="0"/>
                </a:lnTo>
                <a:lnTo>
                  <a:pt x="2838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781550" y="3429000"/>
            <a:ext cx="1104900" cy="857250"/>
          </a:xfrm>
          <a:custGeom>
            <a:avLst/>
            <a:gdLst/>
            <a:ahLst/>
            <a:cxnLst/>
            <a:rect r="r" b="b" t="t" l="l"/>
            <a:pathLst>
              <a:path h="857250" w="1104900">
                <a:moveTo>
                  <a:pt x="0" y="0"/>
                </a:moveTo>
                <a:lnTo>
                  <a:pt x="1104900" y="0"/>
                </a:lnTo>
                <a:lnTo>
                  <a:pt x="11049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212080" y="3659908"/>
            <a:ext cx="384048" cy="44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b="true" sz="3223" spc="-128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657850" y="3638550"/>
            <a:ext cx="3276600" cy="438150"/>
          </a:xfrm>
          <a:custGeom>
            <a:avLst/>
            <a:gdLst/>
            <a:ahLst/>
            <a:cxnLst/>
            <a:rect r="r" b="b" t="t" l="l"/>
            <a:pathLst>
              <a:path h="438150" w="3276600">
                <a:moveTo>
                  <a:pt x="0" y="0"/>
                </a:moveTo>
                <a:lnTo>
                  <a:pt x="3276600" y="0"/>
                </a:lnTo>
                <a:lnTo>
                  <a:pt x="3276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705850" y="3429000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979408" y="3659908"/>
            <a:ext cx="384048" cy="44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b="true" sz="3223" spc="-128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03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572625" y="3638550"/>
            <a:ext cx="2838450" cy="438150"/>
          </a:xfrm>
          <a:custGeom>
            <a:avLst/>
            <a:gdLst/>
            <a:ahLst/>
            <a:cxnLst/>
            <a:rect r="r" b="b" t="t" l="l"/>
            <a:pathLst>
              <a:path h="438150" w="2838450">
                <a:moveTo>
                  <a:pt x="0" y="0"/>
                </a:moveTo>
                <a:lnTo>
                  <a:pt x="2838450" y="0"/>
                </a:lnTo>
                <a:lnTo>
                  <a:pt x="2838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192000" y="3429000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527280" y="3659908"/>
            <a:ext cx="384048" cy="44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b="true" sz="3223" spc="-128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04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3058775" y="3638550"/>
            <a:ext cx="2181225" cy="438150"/>
          </a:xfrm>
          <a:custGeom>
            <a:avLst/>
            <a:gdLst/>
            <a:ahLst/>
            <a:cxnLst/>
            <a:rect r="r" b="b" t="t" l="l"/>
            <a:pathLst>
              <a:path h="438150" w="2181225">
                <a:moveTo>
                  <a:pt x="0" y="0"/>
                </a:moveTo>
                <a:lnTo>
                  <a:pt x="2181225" y="0"/>
                </a:lnTo>
                <a:lnTo>
                  <a:pt x="2181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240000" y="3429000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5416784" y="3659908"/>
            <a:ext cx="384048" cy="44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b="true" sz="3223" spc="-128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05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6106775" y="3638550"/>
            <a:ext cx="1533525" cy="438150"/>
          </a:xfrm>
          <a:custGeom>
            <a:avLst/>
            <a:gdLst/>
            <a:ahLst/>
            <a:cxnLst/>
            <a:rect r="r" b="b" t="t" l="l"/>
            <a:pathLst>
              <a:path h="438150" w="1533525">
                <a:moveTo>
                  <a:pt x="0" y="0"/>
                </a:moveTo>
                <a:lnTo>
                  <a:pt x="1533525" y="0"/>
                </a:lnTo>
                <a:lnTo>
                  <a:pt x="15335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69264" y="4427114"/>
            <a:ext cx="1408176" cy="46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3"/>
              </a:lnSpc>
            </a:pPr>
            <a:r>
              <a:rPr lang="en-US" sz="2833" b="true">
                <a:solidFill>
                  <a:srgbClr val="70B1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PURPOSE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9264" y="5024053"/>
            <a:ext cx="1938528" cy="233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15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Combine Linux commands and Bash scripting concepts into one practical terminal application.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3476625" y="4286250"/>
            <a:ext cx="447675" cy="3857625"/>
          </a:xfrm>
          <a:custGeom>
            <a:avLst/>
            <a:gdLst/>
            <a:ahLst/>
            <a:cxnLst/>
            <a:rect r="r" b="b" t="t" l="l"/>
            <a:pathLst>
              <a:path h="3857625" w="447675">
                <a:moveTo>
                  <a:pt x="0" y="0"/>
                </a:moveTo>
                <a:lnTo>
                  <a:pt x="447675" y="0"/>
                </a:lnTo>
                <a:lnTo>
                  <a:pt x="447675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4078224" y="4492477"/>
            <a:ext cx="1700784" cy="807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6"/>
              </a:lnSpc>
            </a:pPr>
            <a:r>
              <a:rPr lang="en-US" sz="2833" b="true">
                <a:solidFill>
                  <a:srgbClr val="70B1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LEARNING</a:t>
            </a:r>
          </a:p>
          <a:p>
            <a:pPr algn="l">
              <a:lnSpc>
                <a:spcPts val="3116"/>
              </a:lnSpc>
            </a:pPr>
            <a:r>
              <a:rPr lang="en-US" sz="2833" b="true">
                <a:solidFill>
                  <a:srgbClr val="70B1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OUTCOMES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078224" y="5540707"/>
            <a:ext cx="2670048" cy="234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230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Linux administration</a:t>
            </a:r>
          </a:p>
          <a:p>
            <a:pPr algn="l">
              <a:lnSpc>
                <a:spcPts val="3107"/>
              </a:lnSpc>
            </a:pPr>
            <a:r>
              <a:rPr lang="en-US" sz="230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Bash scripting</a:t>
            </a:r>
          </a:p>
          <a:p>
            <a:pPr algn="l">
              <a:lnSpc>
                <a:spcPts val="3107"/>
              </a:lnSpc>
            </a:pPr>
            <a:r>
              <a:rPr lang="en-US" sz="230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Terminal commands</a:t>
            </a:r>
          </a:p>
          <a:p>
            <a:pPr algn="l">
              <a:lnSpc>
                <a:spcPts val="3107"/>
              </a:lnSpc>
            </a:pPr>
            <a:r>
              <a:rPr lang="en-US" sz="230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interaction</a:t>
            </a:r>
          </a:p>
          <a:p>
            <a:pPr algn="l">
              <a:lnSpc>
                <a:spcPts val="3107"/>
              </a:lnSpc>
            </a:pPr>
            <a:r>
              <a:rPr lang="en-US" sz="230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System monitoring</a:t>
            </a:r>
          </a:p>
          <a:p>
            <a:pPr algn="l">
              <a:lnSpc>
                <a:spcPts val="3107"/>
              </a:lnSpc>
            </a:pPr>
            <a:r>
              <a:rPr lang="en-US" sz="230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Basic file management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6962775" y="4286250"/>
            <a:ext cx="447675" cy="3857625"/>
          </a:xfrm>
          <a:custGeom>
            <a:avLst/>
            <a:gdLst/>
            <a:ahLst/>
            <a:cxnLst/>
            <a:rect r="r" b="b" t="t" l="l"/>
            <a:pathLst>
              <a:path h="3857625" w="447675">
                <a:moveTo>
                  <a:pt x="0" y="0"/>
                </a:moveTo>
                <a:lnTo>
                  <a:pt x="447675" y="0"/>
                </a:lnTo>
                <a:lnTo>
                  <a:pt x="447675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571232" y="4427114"/>
            <a:ext cx="1847088" cy="46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3"/>
              </a:lnSpc>
            </a:pPr>
            <a:r>
              <a:rPr lang="en-US" sz="2833" b="true">
                <a:solidFill>
                  <a:srgbClr val="70B1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NEXT STEPS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571232" y="5128639"/>
            <a:ext cx="3401568" cy="2892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15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CPU and memory monitoring</a:t>
            </a:r>
          </a:p>
          <a:p>
            <a:pPr algn="l">
              <a:lnSpc>
                <a:spcPts val="2915"/>
              </a:lnSpc>
            </a:pPr>
            <a:r>
              <a:rPr lang="en-US" sz="215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Network information</a:t>
            </a:r>
          </a:p>
          <a:p>
            <a:pPr algn="l">
              <a:lnSpc>
                <a:spcPts val="2915"/>
              </a:lnSpc>
            </a:pPr>
            <a:r>
              <a:rPr lang="en-US" sz="215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Installed package management</a:t>
            </a:r>
          </a:p>
          <a:p>
            <a:pPr algn="l">
              <a:lnSpc>
                <a:spcPts val="2915"/>
              </a:lnSpc>
            </a:pPr>
            <a:r>
              <a:rPr lang="en-US" sz="215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Service management</a:t>
            </a:r>
          </a:p>
          <a:p>
            <a:pPr algn="l">
              <a:lnSpc>
                <a:spcPts val="2915"/>
              </a:lnSpc>
            </a:pPr>
            <a:r>
              <a:rPr lang="en-US" sz="215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Automatic report generation</a:t>
            </a:r>
          </a:p>
          <a:p>
            <a:pPr algn="l">
              <a:lnSpc>
                <a:spcPts val="2915"/>
              </a:lnSpc>
            </a:pPr>
            <a:r>
              <a:rPr lang="en-US" sz="215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Advanced backup options</a:t>
            </a:r>
          </a:p>
          <a:p>
            <a:pPr algn="l">
              <a:lnSpc>
                <a:spcPts val="2915"/>
              </a:lnSpc>
            </a:pPr>
            <a:r>
              <a:rPr lang="en-US" sz="215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Permission management</a:t>
            </a:r>
          </a:p>
          <a:p>
            <a:pPr algn="l">
              <a:lnSpc>
                <a:spcPts val="2915"/>
              </a:lnSpc>
            </a:pPr>
            <a:r>
              <a:rPr lang="en-US" sz="215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System statistics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1315700" y="4286250"/>
            <a:ext cx="228600" cy="3857625"/>
          </a:xfrm>
          <a:custGeom>
            <a:avLst/>
            <a:gdLst/>
            <a:ahLst/>
            <a:cxnLst/>
            <a:rect r="r" b="b" t="t" l="l"/>
            <a:pathLst>
              <a:path h="3857625" w="228600">
                <a:moveTo>
                  <a:pt x="0" y="0"/>
                </a:moveTo>
                <a:lnTo>
                  <a:pt x="228600" y="0"/>
                </a:lnTo>
                <a:lnTo>
                  <a:pt x="228600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1960352" y="4427114"/>
            <a:ext cx="1426464" cy="46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3"/>
              </a:lnSpc>
            </a:pPr>
            <a:r>
              <a:rPr lang="en-US" sz="2833" b="true">
                <a:solidFill>
                  <a:srgbClr val="70B1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SUPPORT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960352" y="5020536"/>
            <a:ext cx="1682496" cy="203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2"/>
              </a:lnSpc>
            </a:pPr>
            <a:r>
              <a:rPr lang="en-US" sz="219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If you find the project useful, consider giving the repository</a:t>
            </a:r>
          </a:p>
          <a:p>
            <a:pPr algn="l">
              <a:lnSpc>
                <a:spcPts val="3292"/>
              </a:lnSpc>
            </a:pPr>
            <a:r>
              <a:rPr lang="en-US" sz="219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star.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3925550" y="4286250"/>
            <a:ext cx="447675" cy="3857625"/>
          </a:xfrm>
          <a:custGeom>
            <a:avLst/>
            <a:gdLst/>
            <a:ahLst/>
            <a:cxnLst/>
            <a:rect r="r" b="b" t="t" l="l"/>
            <a:pathLst>
              <a:path h="3857625" w="447675">
                <a:moveTo>
                  <a:pt x="0" y="0"/>
                </a:moveTo>
                <a:lnTo>
                  <a:pt x="447675" y="0"/>
                </a:lnTo>
                <a:lnTo>
                  <a:pt x="447675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4831568" y="4436189"/>
            <a:ext cx="1700784" cy="450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1"/>
              </a:lnSpc>
            </a:pPr>
            <a:r>
              <a:rPr lang="en-US" sz="2762" b="true">
                <a:solidFill>
                  <a:srgbClr val="70B1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BUILT WITH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831568" y="4985865"/>
            <a:ext cx="1719072" cy="39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2"/>
              </a:lnSpc>
            </a:pPr>
            <a:r>
              <a:rPr lang="en-US" sz="219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Linux and Bash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428625" y="8353425"/>
            <a:ext cx="17211675" cy="1504950"/>
          </a:xfrm>
          <a:custGeom>
            <a:avLst/>
            <a:gdLst/>
            <a:ahLst/>
            <a:cxnLst/>
            <a:rect r="r" b="b" t="t" l="l"/>
            <a:pathLst>
              <a:path h="1504950" w="17211675">
                <a:moveTo>
                  <a:pt x="0" y="0"/>
                </a:moveTo>
                <a:lnTo>
                  <a:pt x="17211675" y="0"/>
                </a:lnTo>
                <a:lnTo>
                  <a:pt x="17211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024128" y="8905059"/>
            <a:ext cx="3017520" cy="442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691" spc="13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user@hostname::~$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4133850" y="8782050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5632704" y="8883047"/>
            <a:ext cx="7278624" cy="48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7"/>
              </a:lnSpc>
            </a:pPr>
            <a:r>
              <a:rPr lang="en-US" sz="2975" spc="148">
                <a:solidFill>
                  <a:srgbClr val="70B1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Continuing to learn. Building better. Ship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DAHTfkx-Wy0</dc:identifier>
  <dcterms:modified xsi:type="dcterms:W3CDTF">2011-08-01T06:04:30Z</dcterms:modified>
  <cp:revision>1</cp:revision>
  <dc:title>Computer Science Student learning Linux and Bash scripting</dc:title>
</cp:coreProperties>
</file>